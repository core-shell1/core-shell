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Neue Montreal" charset="1" panose="00000400000000000000"/>
      <p:regular r:id="rId14"/>
    </p:embeddedFont>
    <p:embeddedFont>
      <p:font typeface="Open Sans Light" charset="1" panose="00000000000000000000"/>
      <p:regular r:id="rId15"/>
    </p:embeddedFont>
    <p:embeddedFont>
      <p:font typeface="Neue Montreal Bold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780" y="8599829"/>
            <a:ext cx="7961560" cy="2268000"/>
            <a:chOff x="0" y="0"/>
            <a:chExt cx="285324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243" cy="812800"/>
            </a:xfrm>
            <a:custGeom>
              <a:avLst/>
              <a:gdLst/>
              <a:ahLst/>
              <a:cxnLst/>
              <a:rect r="r" b="b" t="t" l="l"/>
              <a:pathLst>
                <a:path h="812800" w="2853243">
                  <a:moveTo>
                    <a:pt x="0" y="0"/>
                  </a:moveTo>
                  <a:lnTo>
                    <a:pt x="2853243" y="0"/>
                  </a:lnTo>
                  <a:lnTo>
                    <a:pt x="2853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85324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1163" y="9071544"/>
            <a:ext cx="1137674" cy="1049024"/>
          </a:xfrm>
          <a:custGeom>
            <a:avLst/>
            <a:gdLst/>
            <a:ahLst/>
            <a:cxnLst/>
            <a:rect r="r" b="b" t="t" l="l"/>
            <a:pathLst>
              <a:path h="1049024" w="1137674">
                <a:moveTo>
                  <a:pt x="0" y="0"/>
                </a:moveTo>
                <a:lnTo>
                  <a:pt x="1137674" y="0"/>
                </a:lnTo>
                <a:lnTo>
                  <a:pt x="1137674" y="1049024"/>
                </a:lnTo>
                <a:lnTo>
                  <a:pt x="0" y="104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960000" y="8120872"/>
            <a:ext cx="2950368" cy="2950368"/>
          </a:xfrm>
          <a:custGeom>
            <a:avLst/>
            <a:gdLst/>
            <a:ahLst/>
            <a:cxnLst/>
            <a:rect r="r" b="b" t="t" l="l"/>
            <a:pathLst>
              <a:path h="2950368" w="2950368">
                <a:moveTo>
                  <a:pt x="0" y="0"/>
                </a:moveTo>
                <a:lnTo>
                  <a:pt x="2950368" y="0"/>
                </a:lnTo>
                <a:lnTo>
                  <a:pt x="2950368" y="2950367"/>
                </a:lnTo>
                <a:lnTo>
                  <a:pt x="0" y="295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720000" y="2472330"/>
            <a:ext cx="6260660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</a:t>
            </a:r>
          </a:p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분석 보고서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840824"/>
            <a:ext cx="8094318" cy="3402308"/>
            <a:chOff x="0" y="0"/>
            <a:chExt cx="2900821" cy="1219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219310"/>
            </a:xfrm>
            <a:custGeom>
              <a:avLst/>
              <a:gdLst/>
              <a:ahLst/>
              <a:cxnLst/>
              <a:rect r="r" b="b" t="t" l="l"/>
              <a:pathLst>
                <a:path h="121931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219310"/>
                  </a:lnTo>
                  <a:lnTo>
                    <a:pt x="0" y="121931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219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840824"/>
            <a:chOff x="0" y="0"/>
            <a:chExt cx="2753816" cy="1018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1018087"/>
            </a:xfrm>
            <a:custGeom>
              <a:avLst/>
              <a:gdLst/>
              <a:ahLst/>
              <a:cxnLst/>
              <a:rect r="r" b="b" t="t" l="l"/>
              <a:pathLst>
                <a:path h="101808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1018087"/>
                  </a:lnTo>
                  <a:lnTo>
                    <a:pt x="0" y="101808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101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660950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64975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3" id="13"/>
          <p:cNvSpPr/>
          <p:nvPr/>
        </p:nvSpPr>
        <p:spPr>
          <a:xfrm>
            <a:off x="427324" y="826420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>
            <a:off x="427324" y="5922104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3892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순위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27324" y="4446609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>
            <a:off x="427324" y="6689448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>
            <a:off x="427324" y="5161237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9" id="19"/>
          <p:cNvSpPr/>
          <p:nvPr/>
        </p:nvSpPr>
        <p:spPr>
          <a:xfrm>
            <a:off x="4021956" y="532296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>
            <a:off x="3947476" y="697043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>
            <a:off x="4021956" y="6085548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359620" y="8416608"/>
            <a:ext cx="6840760" cy="2134837"/>
          </a:xfrm>
          <a:custGeom>
            <a:avLst/>
            <a:gdLst/>
            <a:ahLst/>
            <a:cxnLst/>
            <a:rect r="r" b="b" t="t" l="l"/>
            <a:pathLst>
              <a:path h="2134837" w="6840760">
                <a:moveTo>
                  <a:pt x="0" y="0"/>
                </a:moveTo>
                <a:lnTo>
                  <a:pt x="6840760" y="0"/>
                </a:lnTo>
                <a:lnTo>
                  <a:pt x="6840760" y="2134837"/>
                </a:lnTo>
                <a:lnTo>
                  <a:pt x="0" y="2134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249078" y="2260659"/>
            <a:ext cx="7061844" cy="249074"/>
            <a:chOff x="0" y="0"/>
            <a:chExt cx="9415792" cy="3320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0000" y="92107"/>
            <a:ext cx="5400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6399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324" y="3202774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의뢰 업체 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324" y="7817223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가망 고객 분석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113" y="387596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
미용실
경기 양주시 옥정서로5길 55 근린생활시설동 디에트르3차상가 B202호(*지상1층*)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4711" y="3954297"/>
            <a:ext cx="3809289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Hours a week spent doing automable jobs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113" y="4717941"/>
            <a:ext cx="5935887" cy="301438"/>
            <a:chOff x="0" y="0"/>
            <a:chExt cx="7914516" cy="401917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2076836" cy="459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sz="1977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주소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35463" y="79736"/>
              <a:ext cx="5079053" cy="281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Hours a week spent doing automable jobs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8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633" y="6933548"/>
            <a:ext cx="172636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필요항목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8113" y="6048661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 조회수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2944" y="693354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seo 최적화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0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미용실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00000" y="701187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포에트리 미용실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00000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PC : 0회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2944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모바일 : 0회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06819" y="6113592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전체 : 0회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4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6위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03776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1165" y="3666418"/>
          <a:ext cx="5564071" cy="6602828"/>
        </p:xfrm>
        <a:graphic>
          <a:graphicData uri="http://schemas.openxmlformats.org/drawingml/2006/table">
            <a:tbl>
              <a:tblPr/>
              <a:tblGrid>
                <a:gridCol w="2782035"/>
                <a:gridCol w="2782035"/>
              </a:tblGrid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0000" y="186760"/>
            <a:ext cx="486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노출전략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436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확장 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106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레이어드컷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000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셋팅펌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000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열펌전문가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00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애쉬브라운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000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레이어드펌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000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0000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1497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4391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44391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4391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4391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4391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4391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68161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2935" b="true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검색량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470802"/>
            <a:ext cx="670535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756000" y="3713690"/>
            <a:ext cx="2461194" cy="6607232"/>
          </a:xfrm>
          <a:custGeom>
            <a:avLst/>
            <a:gdLst/>
            <a:ahLst/>
            <a:cxnLst/>
            <a:rect r="r" b="b" t="t" l="l"/>
            <a:pathLst>
              <a:path h="6607232" w="2461194">
                <a:moveTo>
                  <a:pt x="0" y="0"/>
                </a:moveTo>
                <a:lnTo>
                  <a:pt x="2461194" y="0"/>
                </a:lnTo>
                <a:lnTo>
                  <a:pt x="2461194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289767" y="3713690"/>
            <a:ext cx="2514233" cy="6607232"/>
          </a:xfrm>
          <a:custGeom>
            <a:avLst/>
            <a:gdLst/>
            <a:ahLst/>
            <a:cxnLst/>
            <a:rect r="r" b="b" t="t" l="l"/>
            <a:pathLst>
              <a:path h="6607232" w="2514233">
                <a:moveTo>
                  <a:pt x="0" y="0"/>
                </a:moveTo>
                <a:lnTo>
                  <a:pt x="2514233" y="0"/>
                </a:lnTo>
                <a:lnTo>
                  <a:pt x="2514233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20" r="0" b="-3220"/>
            </a:stretch>
          </a:blipFill>
        </p:spPr>
        <p:txBody>
          <a:bodyPr/>
          <a:p/>
        </p:txBody>
      </p:sp>
      <p:grpSp>
        <p:nvGrpSpPr>
          <p:cNvPr name="Group 15" id="15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0000" y="195064"/>
            <a:ext cx="234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0124" y="2807444"/>
            <a:ext cx="2779752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네이버 검색 결과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0"/>
            <a:ext cx="8094318" cy="6243132"/>
            <a:chOff x="0" y="0"/>
            <a:chExt cx="2900821" cy="2237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2237398"/>
            </a:xfrm>
            <a:custGeom>
              <a:avLst/>
              <a:gdLst/>
              <a:ahLst/>
              <a:cxnLst/>
              <a:rect r="r" b="b" t="t" l="l"/>
              <a:pathLst>
                <a:path h="2237398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2237398"/>
                  </a:lnTo>
                  <a:lnTo>
                    <a:pt x="0" y="223739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223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93116" y="174502"/>
            <a:ext cx="3573768" cy="692417"/>
          </a:xfrm>
          <a:custGeom>
            <a:avLst/>
            <a:gdLst/>
            <a:ahLst/>
            <a:cxnLst/>
            <a:rect r="r" b="b" t="t" l="l"/>
            <a:pathLst>
              <a:path h="692417" w="3573768">
                <a:moveTo>
                  <a:pt x="0" y="0"/>
                </a:moveTo>
                <a:lnTo>
                  <a:pt x="3573768" y="0"/>
                </a:lnTo>
                <a:lnTo>
                  <a:pt x="3573768" y="692418"/>
                </a:lnTo>
                <a:lnTo>
                  <a:pt x="0" y="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888337" y="286664"/>
            <a:ext cx="3783325" cy="4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23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플레이스 종합 진단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5336" y="1235169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682090" y="1235169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5" y="0"/>
                </a:lnTo>
                <a:lnTo>
                  <a:pt x="4423635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472705" y="1484826"/>
            <a:ext cx="2264827" cy="24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0092" y="1339493"/>
            <a:ext cx="4867793" cy="72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현재 20장의 사진이 등록되어 있습니다.</a:t>
            </a:r>
            <a:br/>
            <a:r>
              <a:t>대표 사진을 마케팅 요소가 담긴 이미지로 최적화하면 더욱 효과적입니다.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2705" y="2205948"/>
            <a:ext cx="6965180" cy="827904"/>
            <a:chOff x="0" y="0"/>
            <a:chExt cx="9286907" cy="110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48752"/>
              <a:ext cx="3019770" cy="304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대표키워드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네이버는 행정구역(지역기반 시스템)으로 노출되기 때문에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현재 키워드 설정은 잘 되어 있습니다.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2115" y="5036895"/>
            <a:ext cx="6965180" cy="787209"/>
            <a:chOff x="0" y="0"/>
            <a:chExt cx="9286907" cy="1049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상품(메뉴)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세팅이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있으나, 부가적인 설명 보완이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115" y="5966980"/>
            <a:ext cx="6965180" cy="827904"/>
            <a:chOff x="0" y="0"/>
            <a:chExt cx="9286907" cy="1103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, 톡톡 설정이 안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(방문을 유도할 수 있기 때문에 세팅해주는 것이 좋습니다)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2115" y="6937759"/>
            <a:ext cx="6965180" cy="973237"/>
            <a:chOff x="0" y="0"/>
            <a:chExt cx="9286907" cy="1297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영수증리뷰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없습니다.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검색자는 리뷰를 보고 방문을 하기 때문에 반드시 필요한 작업입니다.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2115" y="7871209"/>
            <a:ext cx="6965180" cy="973237"/>
            <a:chOff x="0" y="0"/>
            <a:chExt cx="9286907" cy="129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노출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블로그가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 링크 삽입 안 되어 있고 최근 게시글 없습니다.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2115" y="8758721"/>
            <a:ext cx="6965180" cy="973237"/>
            <a:chOff x="0" y="0"/>
            <a:chExt cx="9286907" cy="1297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지역 커뮤니티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노출 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플레이스에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삽입이 안 되어 있기 때문에 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설정 여부 확인 후 세팅이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6820" y="9692171"/>
            <a:ext cx="6965180" cy="973237"/>
            <a:chOff x="0" y="0"/>
            <a:chExt cx="9286907" cy="1297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(인스타</a:t>
              </a: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등)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 안 되어 있습니다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34746" y="4106811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0" id="50"/>
          <p:cNvSpPr/>
          <p:nvPr/>
        </p:nvSpPr>
        <p:spPr>
          <a:xfrm flipH="false" flipV="false" rot="0">
            <a:off x="2691500" y="4106811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482115" y="4356469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알림/이벤트 세팅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2579502" y="412007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알림 및 이벤트가 활성화되어 있습니다.</a:t>
            </a:r>
            <a:br/>
            <a:r>
              <a:t>지속적인 업데이트로 고객 재방문을 유도하세요.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34746" y="3176727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4" id="54"/>
          <p:cNvSpPr/>
          <p:nvPr/>
        </p:nvSpPr>
        <p:spPr>
          <a:xfrm flipH="false" flipV="false" rot="0">
            <a:off x="2691500" y="3176727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5" id="55"/>
          <p:cNvSpPr txBox="true"/>
          <p:nvPr/>
        </p:nvSpPr>
        <p:spPr>
          <a:xfrm rot="0">
            <a:off x="482115" y="3426384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소개/오시는길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579502" y="320246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소개 글이 등록되어 있습니다.</a:t>
            </a:r>
            <a:br/>
            <a:r>
              <a:t>대중교통 및 주차 정보, 키워드 최적화를 통해 더욱 강화하세요.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10079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65076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87720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AutoShape 114" id="114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5" id="115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6" id="116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184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746161" y="10096494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197678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10079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7527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380,000~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665465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665465" y="10067250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081699" y="98498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088108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950,000~</a:t>
            </a:r>
          </a:p>
        </p:txBody>
      </p:sp>
      <p:sp>
        <p:nvSpPr>
          <p:cNvPr name="AutoShape 120" id="120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1" id="121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2" id="122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00141" y="977341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414823" y="2409582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>
            <a:off x="1440000" y="6992773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>
            <a:off x="1476581" y="8160568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440000" y="457890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1476581" y="604537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291518" y="982683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6051517" y="191937"/>
            <a:ext cx="830552" cy="740268"/>
            <a:chOff x="0" y="0"/>
            <a:chExt cx="1107403" cy="987024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12700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1" id="11"/>
            <p:cNvSpPr/>
            <p:nvPr/>
          </p:nvSpPr>
          <p:spPr>
            <a:xfrm>
              <a:off x="0" y="318455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2" id="12"/>
            <p:cNvSpPr/>
            <p:nvPr/>
          </p:nvSpPr>
          <p:spPr>
            <a:xfrm>
              <a:off x="0" y="974324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3" id="13"/>
            <p:cNvSpPr/>
            <p:nvPr/>
          </p:nvSpPr>
          <p:spPr>
            <a:xfrm flipV="true">
              <a:off x="12700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4" id="14"/>
            <p:cNvSpPr/>
            <p:nvPr/>
          </p:nvSpPr>
          <p:spPr>
            <a:xfrm flipV="true">
              <a:off x="1094703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6298" y="78317"/>
              <a:ext cx="472263" cy="184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957">
                  <a:solidFill>
                    <a:srgbClr val="0D1A26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계약자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404" y="0"/>
            <a:ext cx="768419" cy="768419"/>
          </a:xfrm>
          <a:custGeom>
            <a:avLst/>
            <a:gdLst/>
            <a:ahLst/>
            <a:cxnLst/>
            <a:rect r="r" b="b" t="t" l="l"/>
            <a:pathLst>
              <a:path h="768419" w="768419">
                <a:moveTo>
                  <a:pt x="0" y="0"/>
                </a:moveTo>
                <a:lnTo>
                  <a:pt x="768419" y="0"/>
                </a:lnTo>
                <a:lnTo>
                  <a:pt x="768419" y="768419"/>
                </a:lnTo>
                <a:lnTo>
                  <a:pt x="0" y="76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44968" y="221354"/>
            <a:ext cx="309580" cy="281939"/>
          </a:xfrm>
          <a:custGeom>
            <a:avLst/>
            <a:gdLst/>
            <a:ahLst/>
            <a:cxnLst/>
            <a:rect r="r" b="b" t="t" l="l"/>
            <a:pathLst>
              <a:path h="281939" w="309580">
                <a:moveTo>
                  <a:pt x="0" y="0"/>
                </a:moveTo>
                <a:lnTo>
                  <a:pt x="309580" y="0"/>
                </a:lnTo>
                <a:lnTo>
                  <a:pt x="309580" y="281939"/>
                </a:lnTo>
                <a:lnTo>
                  <a:pt x="0" y="28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2713338" y="581121"/>
            <a:ext cx="1976187" cy="3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19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추천 항목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6015" y="1072494"/>
            <a:ext cx="409967" cy="13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6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5144" y="2156834"/>
            <a:ext cx="1169959" cy="18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991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62800" y="7518292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Subtotal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64991" y="2818824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최적화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713338" y="2739388"/>
            <a:ext cx="3785197" cy="15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플레이스 방문, 저장                              월1500건                                   주목패키지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-플레이스 최적화 기획                            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-매장 사진 및 영상촬영                            1세트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블로그 기자단&amp;체험단(고급)                15건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체험단                                                        4건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맘 카페 침투                                              1회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2927" y="4869421"/>
            <a:ext cx="3785197" cy="20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SNS 최적화                       -인스타그램 피드                                       6회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-당근 게시물 침투                                      1건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-당근 비즈채널 개설                                세팅관리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-카카오채널 개설                                     세팅관리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2927" y="6183697"/>
            <a:ext cx="3785197" cy="167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및 영상촬영              별도 항목 ( 릴스 , 쇼츠 , 클립 제작 시)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비고                                      체험단 모집 불가시 고급 블로그 리뷰 지원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53373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47157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QTY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217912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Price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870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20000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66793" y="1523359"/>
            <a:ext cx="594833" cy="1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sz="769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견적 2일 유효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022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귀하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144" y="7180365"/>
            <a:ext cx="1402460" cy="7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세부 사항 및 특이사항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6개월 관리 대행 </a:t>
            </a:r>
          </a:p>
          <a:p>
            <a:pPr algn="l">
              <a:lnSpc>
                <a:spcPts val="828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부가세 별도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5739" y="9509813"/>
            <a:ext cx="5580487" cy="3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■ 대행인은 마케팅 업무로 알게된 신청인의 제반 정보 사항을 제 3자에게 유출할 수 없습니다.</a:t>
            </a:r>
          </a:p>
          <a:p>
            <a:pPr algn="l">
              <a:lnSpc>
                <a:spcPts val="1214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83723" y="9972000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aderess : 경기도 화성시 지산1길 12-2  C274 E-mail : zenith.l.1803@gmail.com 사업자 등록번호 : 472-05-03624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5739" y="10268192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해약정보: 본 상품은 이벤트 가격이 적용 된 상품으로서, 중도 해약 시 정상가를 기준으로 일할 계산하여 환분 됩니다.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746161" y="7400458"/>
            <a:ext cx="5425025" cy="6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비용                          ￦ 850,000  (정상가)                   560,000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                                                   6개월 보장</a:t>
            </a: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 패키지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103" y="8470130"/>
            <a:ext cx="3850560" cy="17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 b="true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합계금액(VAT제외)                                                        3,360,000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DAG-aJTB9Fg</dc:identifier>
  <dcterms:modified xsi:type="dcterms:W3CDTF">2011-08-01T06:04:30Z</dcterms:modified>
  <cp:revision>1</cp:revision>
  <dc:title>Black and Grey Minimalist Company Project Proposal</dc:title>
</cp:coreProperties>
</file>